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a3c7fb72bd4e8f" /><Relationship Type="http://schemas.openxmlformats.org/officeDocument/2006/relationships/extended-properties" Target="/docProps/app.xml" Id="Rf9922fa171454c62" /><Relationship Type="http://schemas.openxmlformats.org/officeDocument/2006/relationships/officeDocument" Target="/ppt/presentation.xml" Id="Rd210b2d0543647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fde7454ae34429"/>
  </p:sldMasterIdLst>
  <p:notesMasterIdLst>
    <p:notesMasterId xmlns:r="http://schemas.openxmlformats.org/officeDocument/2006/relationships" r:id="R205a1b20700c4999"/>
  </p:notesMasterIdLst>
  <p:sldIdLst>
    <p:sldId xmlns:r="http://schemas.openxmlformats.org/officeDocument/2006/relationships" id="256" r:id="Raa3544bdb3bb471e"/>
    <p:sldId xmlns:r="http://schemas.openxmlformats.org/officeDocument/2006/relationships" id="257" r:id="Rd407a04d513e4cb4"/>
    <p:sldId xmlns:r="http://schemas.openxmlformats.org/officeDocument/2006/relationships" id="258" r:id="R45cda06efe7e45f4"/>
    <p:sldId xmlns:r="http://schemas.openxmlformats.org/officeDocument/2006/relationships" id="259" r:id="R5502bb0a137945cf"/>
    <p:sldId xmlns:r="http://schemas.openxmlformats.org/officeDocument/2006/relationships" id="260" r:id="R412f213c9ea34af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8e686adb064f46" /><Relationship Type="http://schemas.openxmlformats.org/officeDocument/2006/relationships/slideMaster" Target="/ppt/slideMasters/slideMaster1.xml" Id="R1dfde7454ae34429" /><Relationship Type="http://schemas.openxmlformats.org/officeDocument/2006/relationships/notesMaster" Target="/ppt/notesMasters/notesMaster1.xml" Id="R205a1b20700c4999" /><Relationship Type="http://schemas.openxmlformats.org/officeDocument/2006/relationships/presProps" Target="/ppt/presProps.xml" Id="Rf597c2c1503e4a21" /><Relationship Type="http://schemas.openxmlformats.org/officeDocument/2006/relationships/tableStyles" Target="/ppt/tableStyles.xml" Id="R29369f9242df461c" /><Relationship Type="http://schemas.openxmlformats.org/officeDocument/2006/relationships/slide" Target="/ppt/slides/slide1.xml" Id="Raa3544bdb3bb471e" /><Relationship Type="http://schemas.openxmlformats.org/officeDocument/2006/relationships/slide" Target="/ppt/slides/slide2.xml" Id="Rd407a04d513e4cb4" /><Relationship Type="http://schemas.openxmlformats.org/officeDocument/2006/relationships/slide" Target="/ppt/slides/slide3.xml" Id="R45cda06efe7e45f4" /><Relationship Type="http://schemas.openxmlformats.org/officeDocument/2006/relationships/slide" Target="/ppt/slides/slide4.xml" Id="R5502bb0a137945cf" /><Relationship Type="http://schemas.openxmlformats.org/officeDocument/2006/relationships/slide" Target="/ppt/slides/slide5.xml" Id="R412f213c9ea34a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59123705a945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c885eded9b4355" /><Relationship Type="http://schemas.openxmlformats.org/officeDocument/2006/relationships/notesMaster" Target="/ppt/notesMasters/notesMaster1.xml" Id="Raf55bee6e3d44e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894a574fc544a3" /><Relationship Type="http://schemas.openxmlformats.org/officeDocument/2006/relationships/notesMaster" Target="/ppt/notesMasters/notesMaster1.xml" Id="R869f5cffa3f64c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ea2659d17a43e2" /><Relationship Type="http://schemas.openxmlformats.org/officeDocument/2006/relationships/notesMaster" Target="/ppt/notesMasters/notesMaster1.xml" Id="Rf4b09e64fa7646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dab6582e984f46" /><Relationship Type="http://schemas.openxmlformats.org/officeDocument/2006/relationships/notesMaster" Target="/ppt/notesMasters/notesMaster1.xml" Id="R6c227b836a2641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27c28ff0cb424a" /><Relationship Type="http://schemas.openxmlformats.org/officeDocument/2006/relationships/notesMaster" Target="/ppt/notesMasters/notesMaster1.xml" Id="R37e95030fa6f47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b1a95547340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a29ff0ec224dd1" /><Relationship Type="http://schemas.openxmlformats.org/officeDocument/2006/relationships/slideLayout" Target="/ppt/slideLayouts/slideLayout1.xml" Id="R71b1f93cbdb949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b1f93cbdb949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f2dad1006443a" /><Relationship Type="http://schemas.openxmlformats.org/officeDocument/2006/relationships/image" Target="/ppt/media/image.jpeg" Id="Re1a8bb4659804e32" /><Relationship Type="http://schemas.openxmlformats.org/officeDocument/2006/relationships/notesSlide" Target="/ppt/notesSlides/notesSlide1.xml" Id="R25ce4cb5e4f742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abc5e75a74def" /><Relationship Type="http://schemas.openxmlformats.org/officeDocument/2006/relationships/image" Target="/ppt/media/image2.jpeg" Id="Rc645156060014945" /><Relationship Type="http://schemas.openxmlformats.org/officeDocument/2006/relationships/notesSlide" Target="/ppt/notesSlides/notesSlide2.xml" Id="Rde850b93b1a543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8a0cb300b4fe6" /><Relationship Type="http://schemas.openxmlformats.org/officeDocument/2006/relationships/image" Target="/ppt/media/image3.jpeg" Id="R599547c8a05e447b" /><Relationship Type="http://schemas.openxmlformats.org/officeDocument/2006/relationships/notesSlide" Target="/ppt/notesSlides/notesSlide3.xml" Id="R2100deb4149445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fff1a4a904980" /><Relationship Type="http://schemas.openxmlformats.org/officeDocument/2006/relationships/image" Target="/ppt/media/image4.jpeg" Id="R1088479ccf204ada" /><Relationship Type="http://schemas.openxmlformats.org/officeDocument/2006/relationships/notesSlide" Target="/ppt/notesSlides/notesSlide4.xml" Id="R2f14e086f79646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663acb67f47ac" /><Relationship Type="http://schemas.openxmlformats.org/officeDocument/2006/relationships/image" Target="/ppt/media/image5.jpeg" Id="Rfe7f9719a05745b5" /><Relationship Type="http://schemas.openxmlformats.org/officeDocument/2006/relationships/notesSlide" Target="/ppt/notesSlides/notesSlide5.xml" Id="Rac0a204583bd418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8bb4659804e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3502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51560600149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348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547c8a05e44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924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8479ccf204a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723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f9719a05745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708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2026-08-30T12:03:26.9250000Z</dcterms:created>
  <dcterms:modified xsi:type="dcterms:W3CDTF">2026-08-30T12:03:26.9250000Z</dcterms:modified>
</coreProperties>
</file>